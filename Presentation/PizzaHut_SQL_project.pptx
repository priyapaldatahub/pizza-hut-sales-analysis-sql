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EFE754-705A-4C06-A626-880A34E4CAA0}" v="1" dt="2026-05-27T12:40:33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pal" userId="995dd35847ed64b5" providerId="LiveId" clId="{35613F4F-F5A5-4ED0-B785-30A8868AD288}"/>
    <pc:docChg chg="undo custSel addSld delSld modSld sldOrd">
      <pc:chgData name="priya pal" userId="995dd35847ed64b5" providerId="LiveId" clId="{35613F4F-F5A5-4ED0-B785-30A8868AD288}" dt="2026-05-27T12:43:01.791" v="2429" actId="2696"/>
      <pc:docMkLst>
        <pc:docMk/>
      </pc:docMkLst>
      <pc:sldChg chg="addSp delSp modSp mod">
        <pc:chgData name="priya pal" userId="995dd35847ed64b5" providerId="LiveId" clId="{35613F4F-F5A5-4ED0-B785-30A8868AD288}" dt="2026-05-27T12:40:33.502" v="2407" actId="27636"/>
        <pc:sldMkLst>
          <pc:docMk/>
          <pc:sldMk cId="3859807310" sldId="256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859807310" sldId="256"/>
            <ac:spMk id="2" creationId="{F31679EE-480D-EC23-0506-FE8014EAED91}"/>
          </ac:spMkLst>
        </pc:spChg>
        <pc:spChg chg="mod">
          <ac:chgData name="priya pal" userId="995dd35847ed64b5" providerId="LiveId" clId="{35613F4F-F5A5-4ED0-B785-30A8868AD288}" dt="2026-05-27T12:40:33.502" v="2407" actId="27636"/>
          <ac:spMkLst>
            <pc:docMk/>
            <pc:sldMk cId="3859807310" sldId="256"/>
            <ac:spMk id="3" creationId="{B05ADD32-C1F2-31CF-BB8D-25209F999270}"/>
          </ac:spMkLst>
        </pc:spChg>
      </pc:sldChg>
      <pc:sldChg chg="modSp">
        <pc:chgData name="priya pal" userId="995dd35847ed64b5" providerId="LiveId" clId="{35613F4F-F5A5-4ED0-B785-30A8868AD288}" dt="2026-05-27T12:40:33.383" v="2406"/>
        <pc:sldMkLst>
          <pc:docMk/>
          <pc:sldMk cId="2762762539" sldId="257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762762539" sldId="257"/>
            <ac:spMk id="2" creationId="{070E84B1-E3D5-8FF6-F90C-8020E4DD7B2D}"/>
          </ac:spMkLst>
        </pc:spChg>
        <pc:spChg chg="mod">
          <ac:chgData name="priya pal" userId="995dd35847ed64b5" providerId="LiveId" clId="{35613F4F-F5A5-4ED0-B785-30A8868AD288}" dt="2026-05-27T12:40:33.383" v="2406"/>
          <ac:spMkLst>
            <pc:docMk/>
            <pc:sldMk cId="2762762539" sldId="257"/>
            <ac:spMk id="3" creationId="{F4A9158A-5D37-D6A8-99DE-8A7D8DE00DE3}"/>
          </ac:spMkLst>
        </pc:spChg>
      </pc:sldChg>
      <pc:sldChg chg="modSp mod">
        <pc:chgData name="priya pal" userId="995dd35847ed64b5" providerId="LiveId" clId="{35613F4F-F5A5-4ED0-B785-30A8868AD288}" dt="2026-05-27T12:41:39.714" v="2417" actId="14100"/>
        <pc:sldMkLst>
          <pc:docMk/>
          <pc:sldMk cId="431329520" sldId="258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31329520" sldId="258"/>
            <ac:spMk id="2" creationId="{3787C9A3-2BA5-7975-B39A-73258627CAEC}"/>
          </ac:spMkLst>
        </pc:spChg>
        <pc:picChg chg="mod">
          <ac:chgData name="priya pal" userId="995dd35847ed64b5" providerId="LiveId" clId="{35613F4F-F5A5-4ED0-B785-30A8868AD288}" dt="2026-05-27T12:41:39.714" v="2417" actId="14100"/>
          <ac:picMkLst>
            <pc:docMk/>
            <pc:sldMk cId="431329520" sldId="258"/>
            <ac:picMk id="5" creationId="{2D26DEAB-9D1C-1795-FC35-3CBD82A12B1E}"/>
          </ac:picMkLst>
        </pc:picChg>
      </pc:sldChg>
      <pc:sldChg chg="modSp">
        <pc:chgData name="priya pal" userId="995dd35847ed64b5" providerId="LiveId" clId="{35613F4F-F5A5-4ED0-B785-30A8868AD288}" dt="2026-05-27T12:40:33.383" v="2406"/>
        <pc:sldMkLst>
          <pc:docMk/>
          <pc:sldMk cId="2565774000" sldId="259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565774000" sldId="259"/>
            <ac:spMk id="2" creationId="{F6AAD642-B404-DDA7-2427-441C6487A1E3}"/>
          </ac:spMkLst>
        </pc:spChg>
      </pc:sldChg>
      <pc:sldChg chg="modSp">
        <pc:chgData name="priya pal" userId="995dd35847ed64b5" providerId="LiveId" clId="{35613F4F-F5A5-4ED0-B785-30A8868AD288}" dt="2026-05-27T12:40:33.383" v="2406"/>
        <pc:sldMkLst>
          <pc:docMk/>
          <pc:sldMk cId="240712871" sldId="260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40712871" sldId="260"/>
            <ac:spMk id="2" creationId="{437E9FEC-4566-9401-B778-EA3C7EC0E32D}"/>
          </ac:spMkLst>
        </pc:spChg>
      </pc:sldChg>
      <pc:sldChg chg="addSp modSp mod">
        <pc:chgData name="priya pal" userId="995dd35847ed64b5" providerId="LiveId" clId="{35613F4F-F5A5-4ED0-B785-30A8868AD288}" dt="2026-05-27T12:41:48.015" v="2418" actId="1076"/>
        <pc:sldMkLst>
          <pc:docMk/>
          <pc:sldMk cId="941220124" sldId="261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941220124" sldId="261"/>
            <ac:spMk id="2" creationId="{1B213B88-A369-E43E-52A2-B2BD979840F4}"/>
          </ac:spMkLst>
        </pc:spChg>
        <pc:spChg chg="add mod">
          <ac:chgData name="priya pal" userId="995dd35847ed64b5" providerId="LiveId" clId="{35613F4F-F5A5-4ED0-B785-30A8868AD288}" dt="2026-05-03T12:56:27.604" v="645" actId="20577"/>
          <ac:spMkLst>
            <pc:docMk/>
            <pc:sldMk cId="941220124" sldId="261"/>
            <ac:spMk id="3" creationId="{BAB98983-E34A-E85D-78C4-124192BB2796}"/>
          </ac:spMkLst>
        </pc:spChg>
        <pc:spChg chg="add mod">
          <ac:chgData name="priya pal" userId="995dd35847ed64b5" providerId="LiveId" clId="{35613F4F-F5A5-4ED0-B785-30A8868AD288}" dt="2026-05-03T12:55:22.145" v="607" actId="123"/>
          <ac:spMkLst>
            <pc:docMk/>
            <pc:sldMk cId="941220124" sldId="261"/>
            <ac:spMk id="4" creationId="{73939338-6737-39D9-4718-2A98CFA4643F}"/>
          </ac:spMkLst>
        </pc:spChg>
        <pc:picChg chg="mod">
          <ac:chgData name="priya pal" userId="995dd35847ed64b5" providerId="LiveId" clId="{35613F4F-F5A5-4ED0-B785-30A8868AD288}" dt="2026-05-27T12:41:48.015" v="2418" actId="1076"/>
          <ac:picMkLst>
            <pc:docMk/>
            <pc:sldMk cId="941220124" sldId="261"/>
            <ac:picMk id="5" creationId="{255E6044-5F4B-DDD7-6718-696983D5D33B}"/>
          </ac:picMkLst>
        </pc:picChg>
      </pc:sldChg>
      <pc:sldChg chg="addSp delSp modSp mod">
        <pc:chgData name="priya pal" userId="995dd35847ed64b5" providerId="LiveId" clId="{35613F4F-F5A5-4ED0-B785-30A8868AD288}" dt="2026-05-03T13:04:43.371" v="1143" actId="20577"/>
        <pc:sldMkLst>
          <pc:docMk/>
          <pc:sldMk cId="4012892485" sldId="262"/>
        </pc:sldMkLst>
        <pc:spChg chg="add mod">
          <ac:chgData name="priya pal" userId="995dd35847ed64b5" providerId="LiveId" clId="{35613F4F-F5A5-4ED0-B785-30A8868AD288}" dt="2026-05-03T13:02:36.105" v="973" actId="20577"/>
          <ac:spMkLst>
            <pc:docMk/>
            <pc:sldMk cId="4012892485" sldId="262"/>
            <ac:spMk id="4" creationId="{350A1796-FE07-8F42-9525-2E7EAE849F90}"/>
          </ac:spMkLst>
        </pc:spChg>
        <pc:spChg chg="add mod">
          <ac:chgData name="priya pal" userId="995dd35847ed64b5" providerId="LiveId" clId="{35613F4F-F5A5-4ED0-B785-30A8868AD288}" dt="2026-05-03T13:04:43.371" v="1143" actId="20577"/>
          <ac:spMkLst>
            <pc:docMk/>
            <pc:sldMk cId="4012892485" sldId="262"/>
            <ac:spMk id="6" creationId="{8FA869AE-727D-EDB5-ADE7-260031F5AE7D}"/>
          </ac:spMkLst>
        </pc:spChg>
        <pc:picChg chg="mod">
          <ac:chgData name="priya pal" userId="995dd35847ed64b5" providerId="LiveId" clId="{35613F4F-F5A5-4ED0-B785-30A8868AD288}" dt="2026-05-03T12:58:25.672" v="649" actId="1076"/>
          <ac:picMkLst>
            <pc:docMk/>
            <pc:sldMk cId="4012892485" sldId="262"/>
            <ac:picMk id="5" creationId="{CAEC2419-8A44-1ED1-2280-B6F0686BA9EE}"/>
          </ac:picMkLst>
        </pc:picChg>
      </pc:sldChg>
      <pc:sldChg chg="addSp modSp mod">
        <pc:chgData name="priya pal" userId="995dd35847ed64b5" providerId="LiveId" clId="{35613F4F-F5A5-4ED0-B785-30A8868AD288}" dt="2026-05-27T12:41:59.147" v="2420" actId="1038"/>
        <pc:sldMkLst>
          <pc:docMk/>
          <pc:sldMk cId="4035732448" sldId="263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035732448" sldId="263"/>
            <ac:spMk id="2" creationId="{E5266093-B4C1-91AD-C690-77C007208492}"/>
          </ac:spMkLst>
        </pc:spChg>
        <pc:spChg chg="add mod">
          <ac:chgData name="priya pal" userId="995dd35847ed64b5" providerId="LiveId" clId="{35613F4F-F5A5-4ED0-B785-30A8868AD288}" dt="2026-05-03T13:09:35.233" v="1374" actId="14100"/>
          <ac:spMkLst>
            <pc:docMk/>
            <pc:sldMk cId="4035732448" sldId="263"/>
            <ac:spMk id="3" creationId="{0DAF519E-3B9F-3F88-03FD-B7135A54757A}"/>
          </ac:spMkLst>
        </pc:spChg>
        <pc:spChg chg="add mod">
          <ac:chgData name="priya pal" userId="995dd35847ed64b5" providerId="LiveId" clId="{35613F4F-F5A5-4ED0-B785-30A8868AD288}" dt="2026-05-03T13:11:30.982" v="1518" actId="14100"/>
          <ac:spMkLst>
            <pc:docMk/>
            <pc:sldMk cId="4035732448" sldId="263"/>
            <ac:spMk id="4" creationId="{31C72B31-ABB7-288D-AD85-69C5D9A31206}"/>
          </ac:spMkLst>
        </pc:spChg>
        <pc:picChg chg="mod">
          <ac:chgData name="priya pal" userId="995dd35847ed64b5" providerId="LiveId" clId="{35613F4F-F5A5-4ED0-B785-30A8868AD288}" dt="2026-05-27T12:41:59.147" v="2420" actId="1038"/>
          <ac:picMkLst>
            <pc:docMk/>
            <pc:sldMk cId="4035732448" sldId="263"/>
            <ac:picMk id="5" creationId="{AF94A608-68C2-8F04-E022-2384CF99B648}"/>
          </ac:picMkLst>
        </pc:picChg>
      </pc:sldChg>
      <pc:sldChg chg="addSp delSp modSp mod">
        <pc:chgData name="priya pal" userId="995dd35847ed64b5" providerId="LiveId" clId="{35613F4F-F5A5-4ED0-B785-30A8868AD288}" dt="2026-05-27T12:40:33.383" v="2406"/>
        <pc:sldMkLst>
          <pc:docMk/>
          <pc:sldMk cId="4120818104" sldId="264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120818104" sldId="264"/>
            <ac:spMk id="2" creationId="{45EF00DF-BDEA-7229-EF03-F2A47FB75BC2}"/>
          </ac:spMkLst>
        </pc:spChg>
        <pc:spChg chg="add mod">
          <ac:chgData name="priya pal" userId="995dd35847ed64b5" providerId="LiveId" clId="{35613F4F-F5A5-4ED0-B785-30A8868AD288}" dt="2026-05-03T13:17:23.307" v="1750" actId="20577"/>
          <ac:spMkLst>
            <pc:docMk/>
            <pc:sldMk cId="4120818104" sldId="264"/>
            <ac:spMk id="4" creationId="{1D675EAD-4975-ACBD-564F-E7684D154F75}"/>
          </ac:spMkLst>
        </pc:spChg>
        <pc:spChg chg="add mod">
          <ac:chgData name="priya pal" userId="995dd35847ed64b5" providerId="LiveId" clId="{35613F4F-F5A5-4ED0-B785-30A8868AD288}" dt="2026-05-03T13:19:08.072" v="1921" actId="20577"/>
          <ac:spMkLst>
            <pc:docMk/>
            <pc:sldMk cId="4120818104" sldId="264"/>
            <ac:spMk id="6" creationId="{2BD600AB-33DB-FCAC-10AD-BD8663EB9855}"/>
          </ac:spMkLst>
        </pc:spChg>
        <pc:picChg chg="mod">
          <ac:chgData name="priya pal" userId="995dd35847ed64b5" providerId="LiveId" clId="{35613F4F-F5A5-4ED0-B785-30A8868AD288}" dt="2026-05-03T13:12:54.075" v="1520" actId="14100"/>
          <ac:picMkLst>
            <pc:docMk/>
            <pc:sldMk cId="4120818104" sldId="264"/>
            <ac:picMk id="5" creationId="{A1D25459-0800-28D5-A52E-330ABB3FE357}"/>
          </ac:picMkLst>
        </pc:picChg>
      </pc:sldChg>
      <pc:sldChg chg="addSp modSp mod">
        <pc:chgData name="priya pal" userId="995dd35847ed64b5" providerId="LiveId" clId="{35613F4F-F5A5-4ED0-B785-30A8868AD288}" dt="2026-05-27T12:42:06.611" v="2421" actId="1076"/>
        <pc:sldMkLst>
          <pc:docMk/>
          <pc:sldMk cId="199812491" sldId="265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199812491" sldId="265"/>
            <ac:spMk id="2" creationId="{B4A3978A-6E3B-4755-4D29-F15379FD7B0C}"/>
          </ac:spMkLst>
        </pc:spChg>
        <pc:spChg chg="add mod">
          <ac:chgData name="priya pal" userId="995dd35847ed64b5" providerId="LiveId" clId="{35613F4F-F5A5-4ED0-B785-30A8868AD288}" dt="2026-05-03T13:32:02.504" v="1936"/>
          <ac:spMkLst>
            <pc:docMk/>
            <pc:sldMk cId="199812491" sldId="265"/>
            <ac:spMk id="3" creationId="{2F96DC79-ADE1-8B3C-4190-22C35002BE4A}"/>
          </ac:spMkLst>
        </pc:spChg>
        <pc:spChg chg="add mod">
          <ac:chgData name="priya pal" userId="995dd35847ed64b5" providerId="LiveId" clId="{35613F4F-F5A5-4ED0-B785-30A8868AD288}" dt="2026-05-03T13:55:39.299" v="2207" actId="14100"/>
          <ac:spMkLst>
            <pc:docMk/>
            <pc:sldMk cId="199812491" sldId="265"/>
            <ac:spMk id="8" creationId="{DE2EEED7-A633-F97D-BE3C-18B669F60038}"/>
          </ac:spMkLst>
        </pc:spChg>
        <pc:picChg chg="mod">
          <ac:chgData name="priya pal" userId="995dd35847ed64b5" providerId="LiveId" clId="{35613F4F-F5A5-4ED0-B785-30A8868AD288}" dt="2026-05-27T12:42:06.611" v="2421" actId="1076"/>
          <ac:picMkLst>
            <pc:docMk/>
            <pc:sldMk cId="199812491" sldId="265"/>
            <ac:picMk id="5" creationId="{AA6BCE95-DA04-3760-7F51-7F77DA9BB153}"/>
          </ac:picMkLst>
        </pc:picChg>
      </pc:sldChg>
      <pc:sldChg chg="addSp delSp modSp mod">
        <pc:chgData name="priya pal" userId="995dd35847ed64b5" providerId="LiveId" clId="{35613F4F-F5A5-4ED0-B785-30A8868AD288}" dt="2026-05-27T12:40:33.383" v="2406"/>
        <pc:sldMkLst>
          <pc:docMk/>
          <pc:sldMk cId="2580499433" sldId="266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580499433" sldId="266"/>
            <ac:spMk id="2" creationId="{675C49A6-EEE0-9AF2-0770-1C5531610D10}"/>
          </ac:spMkLst>
        </pc:spChg>
        <pc:spChg chg="add mod">
          <ac:chgData name="priya pal" userId="995dd35847ed64b5" providerId="LiveId" clId="{35613F4F-F5A5-4ED0-B785-30A8868AD288}" dt="2026-05-03T13:33:55.648" v="1952"/>
          <ac:spMkLst>
            <pc:docMk/>
            <pc:sldMk cId="2580499433" sldId="266"/>
            <ac:spMk id="6" creationId="{7C78BF0A-D3CC-AAD9-E936-412431138A99}"/>
          </ac:spMkLst>
        </pc:spChg>
        <pc:spChg chg="add mod">
          <ac:chgData name="priya pal" userId="995dd35847ed64b5" providerId="LiveId" clId="{35613F4F-F5A5-4ED0-B785-30A8868AD288}" dt="2026-05-03T13:56:28.190" v="2222" actId="14100"/>
          <ac:spMkLst>
            <pc:docMk/>
            <pc:sldMk cId="2580499433" sldId="266"/>
            <ac:spMk id="7" creationId="{C350A4FF-2D90-FBC1-A3DD-A45CF88B7474}"/>
          </ac:spMkLst>
        </pc:spChg>
        <pc:picChg chg="mod">
          <ac:chgData name="priya pal" userId="995dd35847ed64b5" providerId="LiveId" clId="{35613F4F-F5A5-4ED0-B785-30A8868AD288}" dt="2026-05-03T13:32:30.036" v="1939" actId="1076"/>
          <ac:picMkLst>
            <pc:docMk/>
            <pc:sldMk cId="2580499433" sldId="266"/>
            <ac:picMk id="5" creationId="{356A9AE9-E07A-E845-F574-336452165CCA}"/>
          </ac:picMkLst>
        </pc:picChg>
      </pc:sldChg>
      <pc:sldChg chg="addSp modSp mod">
        <pc:chgData name="priya pal" userId="995dd35847ed64b5" providerId="LiveId" clId="{35613F4F-F5A5-4ED0-B785-30A8868AD288}" dt="2026-05-27T12:41:08.735" v="2412" actId="14100"/>
        <pc:sldMkLst>
          <pc:docMk/>
          <pc:sldMk cId="1955010057" sldId="267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1955010057" sldId="267"/>
            <ac:spMk id="2" creationId="{3351D291-3F1C-409E-DB11-9955204E14B7}"/>
          </ac:spMkLst>
        </pc:spChg>
        <pc:spChg chg="add mod">
          <ac:chgData name="priya pal" userId="995dd35847ed64b5" providerId="LiveId" clId="{35613F4F-F5A5-4ED0-B785-30A8868AD288}" dt="2026-05-03T13:35:42.638" v="1965"/>
          <ac:spMkLst>
            <pc:docMk/>
            <pc:sldMk cId="1955010057" sldId="267"/>
            <ac:spMk id="3" creationId="{AC203BA1-BFF6-C206-9802-73FDB7ABFF2A}"/>
          </ac:spMkLst>
        </pc:spChg>
        <pc:spChg chg="add mod">
          <ac:chgData name="priya pal" userId="995dd35847ed64b5" providerId="LiveId" clId="{35613F4F-F5A5-4ED0-B785-30A8868AD288}" dt="2026-05-03T13:57:20.172" v="2239" actId="1076"/>
          <ac:spMkLst>
            <pc:docMk/>
            <pc:sldMk cId="1955010057" sldId="267"/>
            <ac:spMk id="6" creationId="{9D0FD237-9D73-E348-98CA-46C5AE99A88E}"/>
          </ac:spMkLst>
        </pc:spChg>
        <pc:picChg chg="mod">
          <ac:chgData name="priya pal" userId="995dd35847ed64b5" providerId="LiveId" clId="{35613F4F-F5A5-4ED0-B785-30A8868AD288}" dt="2026-05-27T12:41:08.735" v="2412" actId="14100"/>
          <ac:picMkLst>
            <pc:docMk/>
            <pc:sldMk cId="1955010057" sldId="267"/>
            <ac:picMk id="5" creationId="{C8085259-9A9C-FCB5-6C0D-64B9EFE1ABDC}"/>
          </ac:picMkLst>
        </pc:picChg>
      </pc:sldChg>
      <pc:sldChg chg="addSp delSp modSp mod">
        <pc:chgData name="priya pal" userId="995dd35847ed64b5" providerId="LiveId" clId="{35613F4F-F5A5-4ED0-B785-30A8868AD288}" dt="2026-05-27T12:40:33.383" v="2406"/>
        <pc:sldMkLst>
          <pc:docMk/>
          <pc:sldMk cId="439983538" sldId="268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39983538" sldId="268"/>
            <ac:spMk id="2" creationId="{C032D92C-41D8-A7CC-9993-D01EA7F78152}"/>
          </ac:spMkLst>
        </pc:spChg>
        <pc:spChg chg="add mod">
          <ac:chgData name="priya pal" userId="995dd35847ed64b5" providerId="LiveId" clId="{35613F4F-F5A5-4ED0-B785-30A8868AD288}" dt="2026-05-03T13:38:04.020" v="1980"/>
          <ac:spMkLst>
            <pc:docMk/>
            <pc:sldMk cId="439983538" sldId="268"/>
            <ac:spMk id="4" creationId="{23514B51-E73B-5584-A0AD-5437FD364050}"/>
          </ac:spMkLst>
        </pc:spChg>
        <pc:spChg chg="add mod">
          <ac:chgData name="priya pal" userId="995dd35847ed64b5" providerId="LiveId" clId="{35613F4F-F5A5-4ED0-B785-30A8868AD288}" dt="2026-05-03T13:59:14.436" v="2279" actId="14100"/>
          <ac:spMkLst>
            <pc:docMk/>
            <pc:sldMk cId="439983538" sldId="268"/>
            <ac:spMk id="7" creationId="{55F060DE-F46B-9C29-70B4-1D9AC0E9721A}"/>
          </ac:spMkLst>
        </pc:spChg>
        <pc:picChg chg="mod">
          <ac:chgData name="priya pal" userId="995dd35847ed64b5" providerId="LiveId" clId="{35613F4F-F5A5-4ED0-B785-30A8868AD288}" dt="2026-05-03T13:36:31.801" v="1967" actId="14100"/>
          <ac:picMkLst>
            <pc:docMk/>
            <pc:sldMk cId="439983538" sldId="268"/>
            <ac:picMk id="5" creationId="{111E9E1A-90AF-F00D-9569-7D30538B92E2}"/>
          </ac:picMkLst>
        </pc:picChg>
      </pc:sldChg>
      <pc:sldChg chg="addSp modSp mod">
        <pc:chgData name="priya pal" userId="995dd35847ed64b5" providerId="LiveId" clId="{35613F4F-F5A5-4ED0-B785-30A8868AD288}" dt="2026-05-27T12:42:14.986" v="2423" actId="1038"/>
        <pc:sldMkLst>
          <pc:docMk/>
          <pc:sldMk cId="647584572" sldId="269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647584572" sldId="269"/>
            <ac:spMk id="2" creationId="{5F5AF008-4752-B9F4-B6AE-4616B4C0EDEC}"/>
          </ac:spMkLst>
        </pc:spChg>
        <pc:spChg chg="add mod">
          <ac:chgData name="priya pal" userId="995dd35847ed64b5" providerId="LiveId" clId="{35613F4F-F5A5-4ED0-B785-30A8868AD288}" dt="2026-05-03T13:39:07.178" v="1991"/>
          <ac:spMkLst>
            <pc:docMk/>
            <pc:sldMk cId="647584572" sldId="269"/>
            <ac:spMk id="3" creationId="{E43F01EE-EE8C-1EF0-DB3F-AF8E7C96C0C5}"/>
          </ac:spMkLst>
        </pc:spChg>
        <pc:spChg chg="add mod">
          <ac:chgData name="priya pal" userId="995dd35847ed64b5" providerId="LiveId" clId="{35613F4F-F5A5-4ED0-B785-30A8868AD288}" dt="2026-05-03T13:59:56.146" v="2300" actId="14100"/>
          <ac:spMkLst>
            <pc:docMk/>
            <pc:sldMk cId="647584572" sldId="269"/>
            <ac:spMk id="4" creationId="{0319CA39-F65D-71A6-270F-ADFF783D76D5}"/>
          </ac:spMkLst>
        </pc:spChg>
        <pc:picChg chg="mod">
          <ac:chgData name="priya pal" userId="995dd35847ed64b5" providerId="LiveId" clId="{35613F4F-F5A5-4ED0-B785-30A8868AD288}" dt="2026-05-27T12:42:14.986" v="2423" actId="1038"/>
          <ac:picMkLst>
            <pc:docMk/>
            <pc:sldMk cId="647584572" sldId="269"/>
            <ac:picMk id="5" creationId="{D5EB0D26-58FB-B5CD-9E3E-1DC6E5BCC0EC}"/>
          </ac:picMkLst>
        </pc:picChg>
      </pc:sldChg>
      <pc:sldChg chg="addSp delSp modSp mod">
        <pc:chgData name="priya pal" userId="995dd35847ed64b5" providerId="LiveId" clId="{35613F4F-F5A5-4ED0-B785-30A8868AD288}" dt="2026-05-27T12:40:33.383" v="2406"/>
        <pc:sldMkLst>
          <pc:docMk/>
          <pc:sldMk cId="2243136163" sldId="270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243136163" sldId="270"/>
            <ac:spMk id="2" creationId="{90D1B99F-28F2-60CA-B8CF-823C814EE202}"/>
          </ac:spMkLst>
        </pc:spChg>
        <pc:spChg chg="add mod">
          <ac:chgData name="priya pal" userId="995dd35847ed64b5" providerId="LiveId" clId="{35613F4F-F5A5-4ED0-B785-30A8868AD288}" dt="2026-05-03T13:40:21.264" v="2006"/>
          <ac:spMkLst>
            <pc:docMk/>
            <pc:sldMk cId="2243136163" sldId="270"/>
            <ac:spMk id="4" creationId="{D0FE6CBC-FED7-6A4E-FF65-F1CAB0593D1A}"/>
          </ac:spMkLst>
        </pc:spChg>
        <pc:spChg chg="add mod">
          <ac:chgData name="priya pal" userId="995dd35847ed64b5" providerId="LiveId" clId="{35613F4F-F5A5-4ED0-B785-30A8868AD288}" dt="2026-05-03T14:00:32.112" v="2315" actId="14100"/>
          <ac:spMkLst>
            <pc:docMk/>
            <pc:sldMk cId="2243136163" sldId="270"/>
            <ac:spMk id="6" creationId="{F284EB1E-B0D2-1793-5242-7C42E9997CA6}"/>
          </ac:spMkLst>
        </pc:spChg>
        <pc:picChg chg="mod">
          <ac:chgData name="priya pal" userId="995dd35847ed64b5" providerId="LiveId" clId="{35613F4F-F5A5-4ED0-B785-30A8868AD288}" dt="2026-05-03T13:39:17.802" v="1993" actId="14100"/>
          <ac:picMkLst>
            <pc:docMk/>
            <pc:sldMk cId="2243136163" sldId="270"/>
            <ac:picMk id="5" creationId="{9D0B6D77-4A83-15C7-EDB4-4DD4C8E28E3A}"/>
          </ac:picMkLst>
        </pc:picChg>
      </pc:sldChg>
      <pc:sldChg chg="addSp modSp mod">
        <pc:chgData name="priya pal" userId="995dd35847ed64b5" providerId="LiveId" clId="{35613F4F-F5A5-4ED0-B785-30A8868AD288}" dt="2026-05-27T12:42:25.351" v="2425" actId="1038"/>
        <pc:sldMkLst>
          <pc:docMk/>
          <pc:sldMk cId="1504628055" sldId="271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1504628055" sldId="271"/>
            <ac:spMk id="2" creationId="{A90E53EE-49E1-EB73-A478-5B1166ADC53B}"/>
          </ac:spMkLst>
        </pc:spChg>
        <pc:spChg chg="add mod">
          <ac:chgData name="priya pal" userId="995dd35847ed64b5" providerId="LiveId" clId="{35613F4F-F5A5-4ED0-B785-30A8868AD288}" dt="2026-05-27T12:42:25.351" v="2425" actId="1038"/>
          <ac:spMkLst>
            <pc:docMk/>
            <pc:sldMk cId="1504628055" sldId="271"/>
            <ac:spMk id="3" creationId="{9F396FD1-4DC9-67B5-D9F9-676B90DF5280}"/>
          </ac:spMkLst>
        </pc:spChg>
        <pc:spChg chg="add mod">
          <ac:chgData name="priya pal" userId="995dd35847ed64b5" providerId="LiveId" clId="{35613F4F-F5A5-4ED0-B785-30A8868AD288}" dt="2026-05-03T14:01:03.705" v="2330" actId="14100"/>
          <ac:spMkLst>
            <pc:docMk/>
            <pc:sldMk cId="1504628055" sldId="271"/>
            <ac:spMk id="4" creationId="{88518FC3-74A3-2817-0B40-9FA7EEACC476}"/>
          </ac:spMkLst>
        </pc:spChg>
        <pc:picChg chg="mod">
          <ac:chgData name="priya pal" userId="995dd35847ed64b5" providerId="LiveId" clId="{35613F4F-F5A5-4ED0-B785-30A8868AD288}" dt="2026-05-27T12:42:21.358" v="2424" actId="1076"/>
          <ac:picMkLst>
            <pc:docMk/>
            <pc:sldMk cId="1504628055" sldId="271"/>
            <ac:picMk id="5" creationId="{BC36C5E9-A7F5-336E-49EF-0F9DC30D9E7D}"/>
          </ac:picMkLst>
        </pc:picChg>
      </pc:sldChg>
      <pc:sldChg chg="addSp modSp mod">
        <pc:chgData name="priya pal" userId="995dd35847ed64b5" providerId="LiveId" clId="{35613F4F-F5A5-4ED0-B785-30A8868AD288}" dt="2026-05-27T12:40:33.383" v="2406"/>
        <pc:sldMkLst>
          <pc:docMk/>
          <pc:sldMk cId="3627405597" sldId="272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627405597" sldId="272"/>
            <ac:spMk id="2" creationId="{DD1A475D-548C-19F0-401E-9DB95A3B764A}"/>
          </ac:spMkLst>
        </pc:spChg>
        <pc:spChg chg="add mod">
          <ac:chgData name="priya pal" userId="995dd35847ed64b5" providerId="LiveId" clId="{35613F4F-F5A5-4ED0-B785-30A8868AD288}" dt="2026-05-03T13:42:55.574" v="2029"/>
          <ac:spMkLst>
            <pc:docMk/>
            <pc:sldMk cId="3627405597" sldId="272"/>
            <ac:spMk id="3" creationId="{77FC7A45-4301-1277-88BC-E1CF0B226331}"/>
          </ac:spMkLst>
        </pc:spChg>
        <pc:spChg chg="add mod">
          <ac:chgData name="priya pal" userId="995dd35847ed64b5" providerId="LiveId" clId="{35613F4F-F5A5-4ED0-B785-30A8868AD288}" dt="2026-05-03T14:01:33.062" v="2345" actId="14100"/>
          <ac:spMkLst>
            <pc:docMk/>
            <pc:sldMk cId="3627405597" sldId="272"/>
            <ac:spMk id="4" creationId="{8BB87907-6F5D-970F-0974-3A9248AC7509}"/>
          </ac:spMkLst>
        </pc:spChg>
        <pc:picChg chg="mod">
          <ac:chgData name="priya pal" userId="995dd35847ed64b5" providerId="LiveId" clId="{35613F4F-F5A5-4ED0-B785-30A8868AD288}" dt="2026-05-03T13:41:54.984" v="2020" actId="14100"/>
          <ac:picMkLst>
            <pc:docMk/>
            <pc:sldMk cId="3627405597" sldId="272"/>
            <ac:picMk id="5" creationId="{24A89296-312D-968A-CED1-F1C1FEB2E3AB}"/>
          </ac:picMkLst>
        </pc:picChg>
      </pc:sldChg>
      <pc:sldChg chg="addSp modSp mod">
        <pc:chgData name="priya pal" userId="995dd35847ed64b5" providerId="LiveId" clId="{35613F4F-F5A5-4ED0-B785-30A8868AD288}" dt="2026-05-27T12:42:34.604" v="2426" actId="1076"/>
        <pc:sldMkLst>
          <pc:docMk/>
          <pc:sldMk cId="3147229921" sldId="273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147229921" sldId="273"/>
            <ac:spMk id="2" creationId="{8F577B58-4470-2975-DA81-9BA6C981A968}"/>
          </ac:spMkLst>
        </pc:spChg>
        <pc:spChg chg="add mod">
          <ac:chgData name="priya pal" userId="995dd35847ed64b5" providerId="LiveId" clId="{35613F4F-F5A5-4ED0-B785-30A8868AD288}" dt="2026-05-03T13:44:10.570" v="2040"/>
          <ac:spMkLst>
            <pc:docMk/>
            <pc:sldMk cId="3147229921" sldId="273"/>
            <ac:spMk id="3" creationId="{38886EDF-2AE2-E7D8-9D10-6AA29577348F}"/>
          </ac:spMkLst>
        </pc:spChg>
        <pc:spChg chg="add mod">
          <ac:chgData name="priya pal" userId="995dd35847ed64b5" providerId="LiveId" clId="{35613F4F-F5A5-4ED0-B785-30A8868AD288}" dt="2026-05-03T14:02:21.668" v="2360" actId="14100"/>
          <ac:spMkLst>
            <pc:docMk/>
            <pc:sldMk cId="3147229921" sldId="273"/>
            <ac:spMk id="4" creationId="{91D83FD6-2218-E161-7B63-3DA85EBBEC61}"/>
          </ac:spMkLst>
        </pc:spChg>
        <pc:picChg chg="mod">
          <ac:chgData name="priya pal" userId="995dd35847ed64b5" providerId="LiveId" clId="{35613F4F-F5A5-4ED0-B785-30A8868AD288}" dt="2026-05-27T12:42:34.604" v="2426" actId="1076"/>
          <ac:picMkLst>
            <pc:docMk/>
            <pc:sldMk cId="3147229921" sldId="273"/>
            <ac:picMk id="5" creationId="{582CBBC4-9094-A797-9625-9A2D4B313E69}"/>
          </ac:picMkLst>
        </pc:picChg>
      </pc:sldChg>
      <pc:sldChg chg="addSp delSp modSp mod">
        <pc:chgData name="priya pal" userId="995dd35847ed64b5" providerId="LiveId" clId="{35613F4F-F5A5-4ED0-B785-30A8868AD288}" dt="2026-05-27T12:40:33.383" v="2406"/>
        <pc:sldMkLst>
          <pc:docMk/>
          <pc:sldMk cId="3747659425" sldId="274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747659425" sldId="274"/>
            <ac:spMk id="2" creationId="{16A75ADE-EBAD-1EEE-7A58-9878DCE3496F}"/>
          </ac:spMkLst>
        </pc:spChg>
        <pc:spChg chg="add mod">
          <ac:chgData name="priya pal" userId="995dd35847ed64b5" providerId="LiveId" clId="{35613F4F-F5A5-4ED0-B785-30A8868AD288}" dt="2026-05-03T13:45:46.385" v="2055"/>
          <ac:spMkLst>
            <pc:docMk/>
            <pc:sldMk cId="3747659425" sldId="274"/>
            <ac:spMk id="4" creationId="{059F1D57-CC35-E7CE-94C8-4EE05D8163DA}"/>
          </ac:spMkLst>
        </pc:spChg>
        <pc:spChg chg="add mod">
          <ac:chgData name="priya pal" userId="995dd35847ed64b5" providerId="LiveId" clId="{35613F4F-F5A5-4ED0-B785-30A8868AD288}" dt="2026-05-03T14:03:32.653" v="2375" actId="14100"/>
          <ac:spMkLst>
            <pc:docMk/>
            <pc:sldMk cId="3747659425" sldId="274"/>
            <ac:spMk id="6" creationId="{E5B5B40C-B24B-EC1D-2C47-3512984ABE4B}"/>
          </ac:spMkLst>
        </pc:spChg>
        <pc:picChg chg="mod">
          <ac:chgData name="priya pal" userId="995dd35847ed64b5" providerId="LiveId" clId="{35613F4F-F5A5-4ED0-B785-30A8868AD288}" dt="2026-05-03T13:44:20.541" v="2042" actId="14100"/>
          <ac:picMkLst>
            <pc:docMk/>
            <pc:sldMk cId="3747659425" sldId="274"/>
            <ac:picMk id="5" creationId="{E489303C-8A64-A641-8E68-01882A5DCEEE}"/>
          </ac:picMkLst>
        </pc:picChg>
      </pc:sldChg>
      <pc:sldChg chg="addSp modSp mod">
        <pc:chgData name="priya pal" userId="995dd35847ed64b5" providerId="LiveId" clId="{35613F4F-F5A5-4ED0-B785-30A8868AD288}" dt="2026-05-27T12:42:42.879" v="2427" actId="1076"/>
        <pc:sldMkLst>
          <pc:docMk/>
          <pc:sldMk cId="3356079455" sldId="275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356079455" sldId="275"/>
            <ac:spMk id="2" creationId="{AB5BE238-BAC0-E47F-46ED-809857E4063F}"/>
          </ac:spMkLst>
        </pc:spChg>
        <pc:spChg chg="add mod">
          <ac:chgData name="priya pal" userId="995dd35847ed64b5" providerId="LiveId" clId="{35613F4F-F5A5-4ED0-B785-30A8868AD288}" dt="2026-05-03T13:47:09.379" v="2066"/>
          <ac:spMkLst>
            <pc:docMk/>
            <pc:sldMk cId="3356079455" sldId="275"/>
            <ac:spMk id="3" creationId="{7F37C8FB-928A-554F-8464-2AF5ADF037B9}"/>
          </ac:spMkLst>
        </pc:spChg>
        <pc:spChg chg="add mod">
          <ac:chgData name="priya pal" userId="995dd35847ed64b5" providerId="LiveId" clId="{35613F4F-F5A5-4ED0-B785-30A8868AD288}" dt="2026-05-03T13:47:38.090" v="2081" actId="14100"/>
          <ac:spMkLst>
            <pc:docMk/>
            <pc:sldMk cId="3356079455" sldId="275"/>
            <ac:spMk id="4" creationId="{821DC5BE-06AA-5BFC-3FE7-0010B8B9CEBA}"/>
          </ac:spMkLst>
        </pc:spChg>
        <pc:picChg chg="mod">
          <ac:chgData name="priya pal" userId="995dd35847ed64b5" providerId="LiveId" clId="{35613F4F-F5A5-4ED0-B785-30A8868AD288}" dt="2026-05-27T12:42:42.879" v="2427" actId="1076"/>
          <ac:picMkLst>
            <pc:docMk/>
            <pc:sldMk cId="3356079455" sldId="275"/>
            <ac:picMk id="5" creationId="{EDE7D53E-7747-0338-3CEB-DD5F9EC85D78}"/>
          </ac:picMkLst>
        </pc:picChg>
      </pc:sldChg>
      <pc:sldChg chg="addSp modSp mod">
        <pc:chgData name="priya pal" userId="995dd35847ed64b5" providerId="LiveId" clId="{35613F4F-F5A5-4ED0-B785-30A8868AD288}" dt="2026-05-27T12:40:33.383" v="2406"/>
        <pc:sldMkLst>
          <pc:docMk/>
          <pc:sldMk cId="4051044531" sldId="276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051044531" sldId="276"/>
            <ac:spMk id="2" creationId="{AA8D9D0C-3E2A-5AE7-F74E-46E09EEF398D}"/>
          </ac:spMkLst>
        </pc:spChg>
        <pc:spChg chg="add mod">
          <ac:chgData name="priya pal" userId="995dd35847ed64b5" providerId="LiveId" clId="{35613F4F-F5A5-4ED0-B785-30A8868AD288}" dt="2026-05-03T13:49:01.764" v="2092"/>
          <ac:spMkLst>
            <pc:docMk/>
            <pc:sldMk cId="4051044531" sldId="276"/>
            <ac:spMk id="3" creationId="{DA74B4F6-F191-4273-A348-7E3A5DA200AE}"/>
          </ac:spMkLst>
        </pc:spChg>
        <pc:spChg chg="add mod">
          <ac:chgData name="priya pal" userId="995dd35847ed64b5" providerId="LiveId" clId="{35613F4F-F5A5-4ED0-B785-30A8868AD288}" dt="2026-05-03T13:49:40.163" v="2107" actId="14100"/>
          <ac:spMkLst>
            <pc:docMk/>
            <pc:sldMk cId="4051044531" sldId="276"/>
            <ac:spMk id="4" creationId="{C40B4A79-BC6D-CE50-6EAB-8567889957EE}"/>
          </ac:spMkLst>
        </pc:spChg>
        <pc:picChg chg="mod">
          <ac:chgData name="priya pal" userId="995dd35847ed64b5" providerId="LiveId" clId="{35613F4F-F5A5-4ED0-B785-30A8868AD288}" dt="2026-05-03T13:47:54.623" v="2083" actId="14100"/>
          <ac:picMkLst>
            <pc:docMk/>
            <pc:sldMk cId="4051044531" sldId="276"/>
            <ac:picMk id="5" creationId="{70933675-DE45-DAC3-D6CE-C524D999C093}"/>
          </ac:picMkLst>
        </pc:picChg>
      </pc:sldChg>
      <pc:sldChg chg="addSp modSp mod">
        <pc:chgData name="priya pal" userId="995dd35847ed64b5" providerId="LiveId" clId="{35613F4F-F5A5-4ED0-B785-30A8868AD288}" dt="2026-05-27T12:40:33.383" v="2406"/>
        <pc:sldMkLst>
          <pc:docMk/>
          <pc:sldMk cId="2328736824" sldId="277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2328736824" sldId="277"/>
            <ac:spMk id="2" creationId="{61C7B000-CD36-8A9C-6584-5664A7BF5566}"/>
          </ac:spMkLst>
        </pc:spChg>
        <pc:spChg chg="add mod">
          <ac:chgData name="priya pal" userId="995dd35847ed64b5" providerId="LiveId" clId="{35613F4F-F5A5-4ED0-B785-30A8868AD288}" dt="2026-05-03T13:50:51.272" v="2118"/>
          <ac:spMkLst>
            <pc:docMk/>
            <pc:sldMk cId="2328736824" sldId="277"/>
            <ac:spMk id="3" creationId="{8E232646-4660-EF5F-043B-10F132C69A5A}"/>
          </ac:spMkLst>
        </pc:spChg>
        <pc:spChg chg="add mod">
          <ac:chgData name="priya pal" userId="995dd35847ed64b5" providerId="LiveId" clId="{35613F4F-F5A5-4ED0-B785-30A8868AD288}" dt="2026-05-03T13:51:23.281" v="2133" actId="14100"/>
          <ac:spMkLst>
            <pc:docMk/>
            <pc:sldMk cId="2328736824" sldId="277"/>
            <ac:spMk id="4" creationId="{8ECD5FC3-EE7E-544A-B9AD-A0AEC44FD1EB}"/>
          </ac:spMkLst>
        </pc:spChg>
        <pc:picChg chg="mod">
          <ac:chgData name="priya pal" userId="995dd35847ed64b5" providerId="LiveId" clId="{35613F4F-F5A5-4ED0-B785-30A8868AD288}" dt="2026-05-03T13:49:55.805" v="2109" actId="14100"/>
          <ac:picMkLst>
            <pc:docMk/>
            <pc:sldMk cId="2328736824" sldId="277"/>
            <ac:picMk id="5" creationId="{AFD9560D-2154-08CD-B58E-132962D61F6C}"/>
          </ac:picMkLst>
        </pc:picChg>
      </pc:sldChg>
      <pc:sldChg chg="addSp modSp mod">
        <pc:chgData name="priya pal" userId="995dd35847ed64b5" providerId="LiveId" clId="{35613F4F-F5A5-4ED0-B785-30A8868AD288}" dt="2026-05-27T12:40:33.383" v="2406"/>
        <pc:sldMkLst>
          <pc:docMk/>
          <pc:sldMk cId="339343868" sldId="278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339343868" sldId="278"/>
            <ac:spMk id="2" creationId="{060FC1B2-1D01-8996-74A7-74F525D29910}"/>
          </ac:spMkLst>
        </pc:spChg>
        <pc:spChg chg="add mod">
          <ac:chgData name="priya pal" userId="995dd35847ed64b5" providerId="LiveId" clId="{35613F4F-F5A5-4ED0-B785-30A8868AD288}" dt="2026-05-03T13:52:17.586" v="2144"/>
          <ac:spMkLst>
            <pc:docMk/>
            <pc:sldMk cId="339343868" sldId="278"/>
            <ac:spMk id="3" creationId="{E4BCAB35-4F2C-7834-A99A-02FD0FBD33F5}"/>
          </ac:spMkLst>
        </pc:spChg>
        <pc:spChg chg="add mod">
          <ac:chgData name="priya pal" userId="995dd35847ed64b5" providerId="LiveId" clId="{35613F4F-F5A5-4ED0-B785-30A8868AD288}" dt="2026-05-03T13:52:45.506" v="2159" actId="14100"/>
          <ac:spMkLst>
            <pc:docMk/>
            <pc:sldMk cId="339343868" sldId="278"/>
            <ac:spMk id="4" creationId="{A096674B-8573-F7DA-25E7-460958FE193B}"/>
          </ac:spMkLst>
        </pc:spChg>
        <pc:picChg chg="mod">
          <ac:chgData name="priya pal" userId="995dd35847ed64b5" providerId="LiveId" clId="{35613F4F-F5A5-4ED0-B785-30A8868AD288}" dt="2026-05-03T13:51:31.728" v="2135" actId="14100"/>
          <ac:picMkLst>
            <pc:docMk/>
            <pc:sldMk cId="339343868" sldId="278"/>
            <ac:picMk id="5" creationId="{57C55841-0400-AD4A-E4DB-99DB9801F31E}"/>
          </ac:picMkLst>
        </pc:picChg>
      </pc:sldChg>
      <pc:sldChg chg="addSp modSp mod">
        <pc:chgData name="priya pal" userId="995dd35847ed64b5" providerId="LiveId" clId="{35613F4F-F5A5-4ED0-B785-30A8868AD288}" dt="2026-05-27T12:42:51.072" v="2428" actId="1076"/>
        <pc:sldMkLst>
          <pc:docMk/>
          <pc:sldMk cId="983314814" sldId="279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983314814" sldId="279"/>
            <ac:spMk id="2" creationId="{C35E67A5-0564-F9ED-9F57-9B4D3611B838}"/>
          </ac:spMkLst>
        </pc:spChg>
        <pc:spChg chg="add mod">
          <ac:chgData name="priya pal" userId="995dd35847ed64b5" providerId="LiveId" clId="{35613F4F-F5A5-4ED0-B785-30A8868AD288}" dt="2026-05-03T13:54:02.539" v="2175"/>
          <ac:spMkLst>
            <pc:docMk/>
            <pc:sldMk cId="983314814" sldId="279"/>
            <ac:spMk id="3" creationId="{3F3B72EF-0378-016C-DB89-26E4E471A287}"/>
          </ac:spMkLst>
        </pc:spChg>
        <pc:spChg chg="add mod">
          <ac:chgData name="priya pal" userId="995dd35847ed64b5" providerId="LiveId" clId="{35613F4F-F5A5-4ED0-B785-30A8868AD288}" dt="2026-05-03T13:54:52.926" v="2192" actId="14100"/>
          <ac:spMkLst>
            <pc:docMk/>
            <pc:sldMk cId="983314814" sldId="279"/>
            <ac:spMk id="4" creationId="{097C3C4F-89F8-F16E-5090-216BAE61006A}"/>
          </ac:spMkLst>
        </pc:spChg>
        <pc:picChg chg="mod">
          <ac:chgData name="priya pal" userId="995dd35847ed64b5" providerId="LiveId" clId="{35613F4F-F5A5-4ED0-B785-30A8868AD288}" dt="2026-05-27T12:42:51.072" v="2428" actId="1076"/>
          <ac:picMkLst>
            <pc:docMk/>
            <pc:sldMk cId="983314814" sldId="279"/>
            <ac:picMk id="5" creationId="{B4726F67-2EA3-7ABB-7F32-37382989853A}"/>
          </ac:picMkLst>
        </pc:picChg>
      </pc:sldChg>
      <pc:sldChg chg="modSp">
        <pc:chgData name="priya pal" userId="995dd35847ed64b5" providerId="LiveId" clId="{35613F4F-F5A5-4ED0-B785-30A8868AD288}" dt="2026-05-27T12:40:33.383" v="2406"/>
        <pc:sldMkLst>
          <pc:docMk/>
          <pc:sldMk cId="407614769" sldId="280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407614769" sldId="280"/>
            <ac:spMk id="2" creationId="{D778680F-4913-A0D8-2F5C-82D6CE77F84B}"/>
          </ac:spMkLst>
        </pc:spChg>
        <pc:spChg chg="mod">
          <ac:chgData name="priya pal" userId="995dd35847ed64b5" providerId="LiveId" clId="{35613F4F-F5A5-4ED0-B785-30A8868AD288}" dt="2026-05-27T12:40:33.383" v="2406"/>
          <ac:spMkLst>
            <pc:docMk/>
            <pc:sldMk cId="407614769" sldId="280"/>
            <ac:spMk id="3" creationId="{0C8486B5-B8E8-0B8A-A9E8-F5E7E33FFBE2}"/>
          </ac:spMkLst>
        </pc:spChg>
      </pc:sldChg>
      <pc:sldChg chg="addSp delSp modSp new del mod ord">
        <pc:chgData name="priya pal" userId="995dd35847ed64b5" providerId="LiveId" clId="{35613F4F-F5A5-4ED0-B785-30A8868AD288}" dt="2026-05-27T12:43:01.791" v="2429" actId="2696"/>
        <pc:sldMkLst>
          <pc:docMk/>
          <pc:sldMk cId="1007164256" sldId="281"/>
        </pc:sldMkLst>
        <pc:spChg chg="mod">
          <ac:chgData name="priya pal" userId="995dd35847ed64b5" providerId="LiveId" clId="{35613F4F-F5A5-4ED0-B785-30A8868AD288}" dt="2026-05-27T12:40:33.383" v="2406"/>
          <ac:spMkLst>
            <pc:docMk/>
            <pc:sldMk cId="1007164256" sldId="281"/>
            <ac:spMk id="2" creationId="{F4B827DB-4477-70BC-0E93-66B859A470C9}"/>
          </ac:spMkLst>
        </pc:spChg>
        <pc:picChg chg="add mod">
          <ac:chgData name="priya pal" userId="995dd35847ed64b5" providerId="LiveId" clId="{35613F4F-F5A5-4ED0-B785-30A8868AD288}" dt="2026-05-03T14:06:53.436" v="2395" actId="1076"/>
          <ac:picMkLst>
            <pc:docMk/>
            <pc:sldMk cId="1007164256" sldId="281"/>
            <ac:picMk id="10" creationId="{AB5BE8F6-5258-B772-92A8-7B748810656F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8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5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49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80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15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03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22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36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5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77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942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05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52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26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31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940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23E67-813D-45B1-9192-705B7EED52B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C734A-7FA8-4DEA-963D-58A186EDF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13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79EE-480D-EC23-0506-FE8014EAE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Pizza hut sales </a:t>
            </a:r>
            <a:r>
              <a:rPr lang="en-US" dirty="0" err="1" sz="2400" b="1">
                <a:solidFill>
                  <a:srgbClr val="780000"/>
                </a:solidFill>
                <a:latin typeface="Calibri"/>
              </a:rPr>
              <a:t>sql</a:t>
            </a:r>
            <a:r>
              <a:rPr lang="en-US" dirty="0" sz="2400" b="1">
                <a:solidFill>
                  <a:srgbClr val="780000"/>
                </a:solidFill>
                <a:latin typeface="Calibri"/>
              </a:rPr>
              <a:t> project.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ADD32-C1F2-31CF-BB8D-25209F9992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A data analysis project using </a:t>
            </a:r>
            <a:r>
              <a:rPr lang="en-US" dirty="0" err="1" sz="1600">
                <a:solidFill>
                  <a:srgbClr val="282828"/>
                </a:solidFill>
                <a:latin typeface="Calibri"/>
              </a:rPr>
              <a:t>sql</a:t>
            </a:r>
            <a:endParaRPr lang="en-US" dirty="0"/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name-priya pal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04 may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80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84B1-E3D5-8FF6-F90C-8020E4DD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9158A-5D37-D6A8-99DE-8A7D8DE00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This project analyzes pizza hut sales data using SQL.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The dataset includes orders , pizzas and sales details.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SQL queries are used for data cleaning , joining and analysis.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Different table are connected to extract useful data.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The project focuses on understanding sales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76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C9A3-2BA5-7975-B39A-73258627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EER-</a:t>
            </a:r>
            <a:r>
              <a:rPr lang="en-US" dirty="0" err="1" sz="2400" b="1">
                <a:solidFill>
                  <a:srgbClr val="780000"/>
                </a:solidFill>
                <a:latin typeface="Calibri"/>
              </a:rPr>
              <a:t>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6DEAB-9D1C-1795-FC35-3CBD82A12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61" y="1710812"/>
            <a:ext cx="7531510" cy="469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2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D642-B404-DDA7-2427-441C6487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Schema for orders and order details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7AE9B3-FA0C-CB1D-1135-6EC82F472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14" y="2398943"/>
            <a:ext cx="5582429" cy="22005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A9E840-8668-B1B3-F8D4-28D5425C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059" y="2398943"/>
            <a:ext cx="5763429" cy="2200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AAAAC6-FD9C-0465-C83D-1A87199BEA99}"/>
              </a:ext>
            </a:extLst>
          </p:cNvPr>
          <p:cNvSpPr txBox="1"/>
          <p:nvPr/>
        </p:nvSpPr>
        <p:spPr>
          <a:xfrm>
            <a:off x="2094271" y="4935794"/>
            <a:ext cx="159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ORDERS TABLE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A059FC-6A59-33A7-9A8F-71362BFB976E}"/>
              </a:ext>
            </a:extLst>
          </p:cNvPr>
          <p:cNvSpPr txBox="1"/>
          <p:nvPr/>
        </p:nvSpPr>
        <p:spPr>
          <a:xfrm>
            <a:off x="8052618" y="4935794"/>
            <a:ext cx="191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ORDER DETAILS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77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9FEC-4566-9401-B778-EA3C7EC0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Schema for pizzas and pizza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302764-2364-ED35-E49F-663498433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1" y="2323947"/>
            <a:ext cx="5382376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C597D6-1BE9-1025-105C-F9286B937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92" y="2323947"/>
            <a:ext cx="5887272" cy="2210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C2DB38-3F86-D2F0-9C76-6DE97BB2F5B7}"/>
              </a:ext>
            </a:extLst>
          </p:cNvPr>
          <p:cNvSpPr txBox="1"/>
          <p:nvPr/>
        </p:nvSpPr>
        <p:spPr>
          <a:xfrm>
            <a:off x="2236207" y="4817806"/>
            <a:ext cx="183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PIZZAS TABLE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3CE62-648C-B245-59D0-702B547E045F}"/>
              </a:ext>
            </a:extLst>
          </p:cNvPr>
          <p:cNvSpPr txBox="1"/>
          <p:nvPr/>
        </p:nvSpPr>
        <p:spPr>
          <a:xfrm>
            <a:off x="7610168" y="4817806"/>
            <a:ext cx="210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PIZZA TYPE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12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3B88-A369-E43E-52A2-B2BD9798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Total orders with pizza name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E6044-5F4B-DDD7-6718-696983D5D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097" y="2097088"/>
            <a:ext cx="5626811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B98983-E34A-E85D-78C4-124192BB2796}"/>
              </a:ext>
            </a:extLst>
          </p:cNvPr>
          <p:cNvSpPr txBox="1"/>
          <p:nvPr/>
        </p:nvSpPr>
        <p:spPr>
          <a:xfrm>
            <a:off x="235975" y="1986116"/>
            <a:ext cx="49554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SQL query combines multiple tables 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Using JOINS to display order ID ,pizza name,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And quantity ordered.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solves the problem of scattered data by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Linking order details with pizza information.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39338-6737-39D9-4718-2A98CFA4643F}"/>
              </a:ext>
            </a:extLst>
          </p:cNvPr>
          <p:cNvSpPr txBox="1"/>
          <p:nvPr/>
        </p:nvSpPr>
        <p:spPr>
          <a:xfrm>
            <a:off x="835742" y="4788310"/>
            <a:ext cx="45169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pPr algn="just"/>
            <a:r>
              <a:rPr lang="en-US" dirty="0" sz="1600">
                <a:solidFill>
                  <a:srgbClr val="282828"/>
                </a:solidFill>
                <a:latin typeface="Calibri"/>
              </a:rPr>
              <a:t>“This query converts fragmented database </a:t>
            </a:r>
          </a:p>
          <a:p>
            <a:pPr algn="just"/>
            <a:r>
              <a:rPr lang="en-US" dirty="0" sz="1600">
                <a:solidFill>
                  <a:srgbClr val="282828"/>
                </a:solidFill>
                <a:latin typeface="Calibri"/>
              </a:rPr>
              <a:t>Records into a clear , structured order summary</a:t>
            </a:r>
          </a:p>
          <a:p>
            <a:pPr algn="just"/>
            <a:r>
              <a:rPr lang="en-US" dirty="0" sz="1600">
                <a:solidFill>
                  <a:srgbClr val="282828"/>
                </a:solidFill>
                <a:latin typeface="Calibri"/>
              </a:rPr>
              <a:t>For business analysis.”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22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5040-CDE9-89C4-1056-45BE9565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1210283"/>
          </a:xfrm>
        </p:spPr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TOTAL REVENUE PER PIZZA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C2419-8A44-1ED1-2280-B6F0686BA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3" y="1828800"/>
            <a:ext cx="6905574" cy="47293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0A1796-FE07-8F42-9525-2E7EAE849F90}"/>
              </a:ext>
            </a:extLst>
          </p:cNvPr>
          <p:cNvSpPr txBox="1"/>
          <p:nvPr/>
        </p:nvSpPr>
        <p:spPr>
          <a:xfrm>
            <a:off x="7708490" y="2133600"/>
            <a:ext cx="42173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SQL query calculates the total 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Revenue generated by each pizza type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By multiplying price with quantity sold.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GROUP BY is used to summarize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Revenue for each pizza separately.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869AE-727D-EDB5-ADE7-260031F5AE7D}"/>
              </a:ext>
            </a:extLst>
          </p:cNvPr>
          <p:cNvSpPr txBox="1"/>
          <p:nvPr/>
        </p:nvSpPr>
        <p:spPr>
          <a:xfrm>
            <a:off x="8003458" y="4847303"/>
            <a:ext cx="39921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This analysis helps identify the highest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Revenue-generating pizzas , supporting 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Better sales strategy and menu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89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6093-B4C1-91AD-C690-77C00720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ORDER WITH DATE,TIME AND TOTAL QUANTITY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4A608-68C2-8F04-E022-2384CF99B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60" y="2192594"/>
            <a:ext cx="6930486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AF519E-3B9F-3F88-03FD-B7135A54757A}"/>
              </a:ext>
            </a:extLst>
          </p:cNvPr>
          <p:cNvSpPr txBox="1"/>
          <p:nvPr/>
        </p:nvSpPr>
        <p:spPr>
          <a:xfrm>
            <a:off x="196645" y="2192594"/>
            <a:ext cx="487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SQL query retrieves each orders</a:t>
            </a:r>
            <a:r>
              <a:rPr lang="en-IN" sz="1600" dirty="0">
                <a:solidFill>
                  <a:srgbClr val="282828"/>
                </a:solidFill>
                <a:latin typeface="Calibri"/>
              </a:rPr>
              <a:t>’s ID </a:t>
            </a:r>
          </a:p>
          <a:p>
            <a:r>
              <a:rPr lang="en-IN" sz="1600" dirty="0">
                <a:solidFill>
                  <a:srgbClr val="282828"/>
                </a:solidFill>
                <a:latin typeface="Calibri"/>
              </a:rPr>
              <a:t>date , time and total quantity of pizzas ordered.</a:t>
            </a:r>
          </a:p>
          <a:p>
            <a:r>
              <a:rPr lang="en-IN" sz="1600" dirty="0">
                <a:solidFill>
                  <a:srgbClr val="282828"/>
                </a:solidFill>
                <a:latin typeface="Calibri"/>
              </a:rPr>
              <a:t>GROUP BY organizes the data by individual orders , providing a complete order summary.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72B31-ABB7-288D-AD85-69C5D9A31206}"/>
              </a:ext>
            </a:extLst>
          </p:cNvPr>
          <p:cNvSpPr txBox="1"/>
          <p:nvPr/>
        </p:nvSpPr>
        <p:spPr>
          <a:xfrm>
            <a:off x="845574" y="4886632"/>
            <a:ext cx="4395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This helps analyze customer order pattern by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Tracking order volume across different dates 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And times.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73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00DF-BDEA-7229-EF03-F2A47FB7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MOST ORDERED PIZZA CATEGORY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D25459-0800-28D5-A52E-330ABB3FE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73" y="1946788"/>
            <a:ext cx="5986386" cy="45326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675EAD-4975-ACBD-564F-E7684D154F75}"/>
              </a:ext>
            </a:extLst>
          </p:cNvPr>
          <p:cNvSpPr txBox="1"/>
          <p:nvPr/>
        </p:nvSpPr>
        <p:spPr>
          <a:xfrm>
            <a:off x="6902245" y="2202426"/>
            <a:ext cx="485581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SQL query identifies the most ordered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Pizza categories by summing total quantities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Sold foe each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joins order details , pizzas , pizza types</a:t>
            </a:r>
          </a:p>
          <a:p>
            <a:r>
              <a:rPr lang="en-US" sz="1600" dirty="0">
                <a:solidFill>
                  <a:srgbClr val="282828"/>
                </a:solidFill>
                <a:latin typeface="Calibri"/>
              </a:rPr>
              <a:t>Tables to categories sales data accurately.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600AB-33DB-FCAC-10AD-BD8663EB9855}"/>
              </a:ext>
            </a:extLst>
          </p:cNvPr>
          <p:cNvSpPr txBox="1"/>
          <p:nvPr/>
        </p:nvSpPr>
        <p:spPr>
          <a:xfrm>
            <a:off x="7187381" y="4581832"/>
            <a:ext cx="4541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Supreme pizzas are the most popular , helping 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Businesses focus on customer preferences and 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412081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978A-6E3B-4755-4D29-F15379FD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ALL LARGE SIZE PIZZAS ORDERED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BCE95-DA04-3760-7F51-7F77DA9BB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81" y="2265224"/>
            <a:ext cx="6526300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96DC79-ADE1-8B3C-4190-22C35002BE4A}"/>
              </a:ext>
            </a:extLst>
          </p:cNvPr>
          <p:cNvSpPr txBox="1"/>
          <p:nvPr/>
        </p:nvSpPr>
        <p:spPr>
          <a:xfrm>
            <a:off x="599768" y="2097088"/>
            <a:ext cx="4758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retrieves all pizzas where the size is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Large (L)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joins order details with pizza and pizza type tables to get names and quantities.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The result shows which large pizzas are most frequently ordered.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EEED7-A633-F97D-BE3C-18B669F60038}"/>
              </a:ext>
            </a:extLst>
          </p:cNvPr>
          <p:cNvSpPr txBox="1"/>
          <p:nvPr/>
        </p:nvSpPr>
        <p:spPr>
          <a:xfrm>
            <a:off x="1032388" y="4660490"/>
            <a:ext cx="4326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Large-size pizzas are frequently ordered, showing strong customer preference for bigger portions and higher-value items.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1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C49A6-EEE0-9AF2-0770-1C553161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RANK PIZZAS BY REVENUE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A9AE9-E07A-E845-F574-336452165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4" y="1710813"/>
            <a:ext cx="6223819" cy="4621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78BF0A-D3CC-AAD9-E936-412431138A99}"/>
              </a:ext>
            </a:extLst>
          </p:cNvPr>
          <p:cNvSpPr txBox="1"/>
          <p:nvPr/>
        </p:nvSpPr>
        <p:spPr>
          <a:xfrm>
            <a:off x="7030065" y="1907458"/>
            <a:ext cx="48669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calculates total revenue generated by each pizza.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a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RANK() window function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to rank pizzas in descending order of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Higher rank indicates better-performing pizzas in terms of sales.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0A4FF-2D90-FBC1-A3DD-A45CF88B7474}"/>
              </a:ext>
            </a:extLst>
          </p:cNvPr>
          <p:cNvSpPr txBox="1"/>
          <p:nvPr/>
        </p:nvSpPr>
        <p:spPr>
          <a:xfrm>
            <a:off x="7344697" y="4424516"/>
            <a:ext cx="4552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A few pizzas generate the highest revenue, indicating key products that drive business profit.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49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D291-3F1C-409E-DB11-9955204E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RUNNING TOTAL OF REVENUE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085259-9A9C-FCB5-6C0D-64B9EFE1A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29" y="2340078"/>
            <a:ext cx="8327923" cy="29065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203BA1-BFF6-C206-9802-73FDB7ABFF2A}"/>
              </a:ext>
            </a:extLst>
          </p:cNvPr>
          <p:cNvSpPr txBox="1"/>
          <p:nvPr/>
        </p:nvSpPr>
        <p:spPr>
          <a:xfrm>
            <a:off x="324465" y="2261419"/>
            <a:ext cx="33724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computes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daily revenue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and cumulative (running) revenue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SUM() OVER (ORDER BY date)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to track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Shows how revenue builds day by day.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FD237-9D73-E348-98CA-46C5AE99A88E}"/>
              </a:ext>
            </a:extLst>
          </p:cNvPr>
          <p:cNvSpPr txBox="1"/>
          <p:nvPr/>
        </p:nvSpPr>
        <p:spPr>
          <a:xfrm>
            <a:off x="688258" y="4906297"/>
            <a:ext cx="3215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Revenue shows a steady increase over time, reflecting consistent sales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01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D92C-41D8-A7CC-9993-D01EA7F78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ROW NUMBER PER CATEGORY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E9E1A-90AF-F00D-9569-7D30538B9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96" y="1848464"/>
            <a:ext cx="6458608" cy="4282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514B51-E73B-5584-A0AD-5437FD364050}"/>
              </a:ext>
            </a:extLst>
          </p:cNvPr>
          <p:cNvSpPr txBox="1"/>
          <p:nvPr/>
        </p:nvSpPr>
        <p:spPr>
          <a:xfrm>
            <a:off x="7216877" y="2097088"/>
            <a:ext cx="47544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Assigns a unique row number to pizzas within each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ROW_NUMBER() with PARTITION BY category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Helps compare items inside the same category.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060DE-F46B-9C29-70B4-1D9AC0E9721A}"/>
              </a:ext>
            </a:extLst>
          </p:cNvPr>
          <p:cNvSpPr txBox="1"/>
          <p:nvPr/>
        </p:nvSpPr>
        <p:spPr>
          <a:xfrm>
            <a:off x="7315200" y="4601497"/>
            <a:ext cx="4400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Pizzas are clearly ranked within categories, making it easier to compare options based on price.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983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F008-4752-B9F4-B6AE-4616B4C0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TOTAL PIZZA CATEGORY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B0D26-58FB-B5CD-9E3E-1DC6E5BCC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652" y="2102798"/>
            <a:ext cx="6605251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F01EE-EE8C-1EF0-DB3F-AF8E7C96C0C5}"/>
              </a:ext>
            </a:extLst>
          </p:cNvPr>
          <p:cNvSpPr txBox="1"/>
          <p:nvPr/>
        </p:nvSpPr>
        <p:spPr>
          <a:xfrm>
            <a:off x="383459" y="2097088"/>
            <a:ext cx="43261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Identifies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most ordered pizza in each category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RANK() partitioned by category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based on total quantity sold.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Filters only rank = 1 to get top items.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9CA39-F65D-71A6-270F-ADFF783D76D5}"/>
              </a:ext>
            </a:extLst>
          </p:cNvPr>
          <p:cNvSpPr txBox="1"/>
          <p:nvPr/>
        </p:nvSpPr>
        <p:spPr>
          <a:xfrm>
            <a:off x="648929" y="4444181"/>
            <a:ext cx="4060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Each category has a clear best-selling pizza, helping identify customer favorites.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58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B99F-28F2-60CA-B8CF-823C814E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DIFFERENCE FROM PREVIOUS ORDER QUANTITY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B6D77-4A83-15C7-EDB4-4DD4C8E28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2" y="1671484"/>
            <a:ext cx="5712542" cy="4798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E6CBC-FED7-6A4E-FF65-F1CAB0593D1A}"/>
              </a:ext>
            </a:extLst>
          </p:cNvPr>
          <p:cNvSpPr txBox="1"/>
          <p:nvPr/>
        </p:nvSpPr>
        <p:spPr>
          <a:xfrm>
            <a:off x="6361471" y="2172929"/>
            <a:ext cx="5506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LAG()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to access the previous row’s quantity.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Calculates the difference between current and previous order quantities.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Helps track changes or consistency in ordering patterns.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4EB1E-B0D2-1793-5242-7C42E9997CA6}"/>
              </a:ext>
            </a:extLst>
          </p:cNvPr>
          <p:cNvSpPr txBox="1"/>
          <p:nvPr/>
        </p:nvSpPr>
        <p:spPr>
          <a:xfrm>
            <a:off x="6705601" y="4149213"/>
            <a:ext cx="5309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Order quantities remain mostly stable, with minimal variation between consecutive orders.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136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53EE-49E1-EB73-A478-5B1166AD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PIZZA WITH PRICE ABOVE AVERAGE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36C5E9-A7F5-336E-49EF-0F9DC30D9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392" y="2231923"/>
            <a:ext cx="5790287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396FD1-4DC9-67B5-D9F9-676B90DF5280}"/>
              </a:ext>
            </a:extLst>
          </p:cNvPr>
          <p:cNvSpPr txBox="1"/>
          <p:nvPr/>
        </p:nvSpPr>
        <p:spPr>
          <a:xfrm>
            <a:off x="589935" y="2231923"/>
            <a:ext cx="42180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Selects pizzas priced higher than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average price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a subquery to calculate average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Highlights premium or expensive pizzas.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18FC3-74A3-2817-0B40-9FA7EEACC476}"/>
              </a:ext>
            </a:extLst>
          </p:cNvPr>
          <p:cNvSpPr txBox="1"/>
          <p:nvPr/>
        </p:nvSpPr>
        <p:spPr>
          <a:xfrm>
            <a:off x="796413" y="4552335"/>
            <a:ext cx="3923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Some pizzas are priced above average, representing premium offerings in the menu.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62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475D-548C-19F0-401E-9DB95A3B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ORDER WITH TOTAL QUANTITY&gt;AVERAGE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89296-312D-968A-CED1-F1C1FEB2E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20" y="1897626"/>
            <a:ext cx="6140245" cy="41197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FC7A45-4301-1277-88BC-E1CF0B226331}"/>
              </a:ext>
            </a:extLst>
          </p:cNvPr>
          <p:cNvSpPr txBox="1"/>
          <p:nvPr/>
        </p:nvSpPr>
        <p:spPr>
          <a:xfrm>
            <a:off x="6921911" y="2261419"/>
            <a:ext cx="4989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Finds orders where total quantity exceeds the average order quantity.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aggregation and a nested subquery.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Identifies bulk or high-value orders.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87907-6F5D-970F-0974-3A9248AC7509}"/>
              </a:ext>
            </a:extLst>
          </p:cNvPr>
          <p:cNvSpPr txBox="1"/>
          <p:nvPr/>
        </p:nvSpPr>
        <p:spPr>
          <a:xfrm>
            <a:off x="7049729" y="4001729"/>
            <a:ext cx="4862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Certain orders exceed average quantity, indicating occasional bulk purchases.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405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7B58-4470-2975-DA81-9BA6C981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MOST EXPENSIVE PIZZA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CBBC4-9094-A797-9625-9A2D4B313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84" y="2226072"/>
            <a:ext cx="5591955" cy="2762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886EDF-2AE2-E7D8-9D10-6AA29577348F}"/>
              </a:ext>
            </a:extLst>
          </p:cNvPr>
          <p:cNvSpPr txBox="1"/>
          <p:nvPr/>
        </p:nvSpPr>
        <p:spPr>
          <a:xfrm>
            <a:off x="540774" y="2097088"/>
            <a:ext cx="4768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Retrieves the pizza with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maximum price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a subquery with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MAX(price)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Shows the costliest item on the menu.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83FD6-2218-E161-7B63-3DA85EBBEC61}"/>
              </a:ext>
            </a:extLst>
          </p:cNvPr>
          <p:cNvSpPr txBox="1"/>
          <p:nvPr/>
        </p:nvSpPr>
        <p:spPr>
          <a:xfrm>
            <a:off x="727587" y="3972232"/>
            <a:ext cx="4463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The highest-priced pizza represents a premium product with maximum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22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5ADE-EBAD-1EEE-7A58-9878DCE3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PIZZA TYPE NEVER ORDERED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89303C-8A64-A641-8E68-01882A5DC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" y="2097088"/>
            <a:ext cx="5240594" cy="3732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9F1D57-CC35-E7CE-94C8-4EE05D8163DA}"/>
              </a:ext>
            </a:extLst>
          </p:cNvPr>
          <p:cNvSpPr txBox="1"/>
          <p:nvPr/>
        </p:nvSpPr>
        <p:spPr>
          <a:xfrm>
            <a:off x="6017342" y="2448232"/>
            <a:ext cx="5751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Finds pizza types that were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never included in any order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NOT IN with a subquery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Helps identify unpopular or unused menu items.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5B40C-B24B-EC1D-2C47-3512984ABE4B}"/>
              </a:ext>
            </a:extLst>
          </p:cNvPr>
          <p:cNvSpPr txBox="1"/>
          <p:nvPr/>
        </p:nvSpPr>
        <p:spPr>
          <a:xfrm>
            <a:off x="6096001" y="4404852"/>
            <a:ext cx="5840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Some pizzas are never ordered, suggesting they may need removal or promotion.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659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E238-BAC0-E47F-46ED-809857E4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AVERAGE PRICE OF PIZZAS BY SIZE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7D53E-7747-0338-3CEB-DD5F9EC85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39" y="2350789"/>
            <a:ext cx="6801799" cy="31817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37C8FB-928A-554F-8464-2AF5ADF037B9}"/>
              </a:ext>
            </a:extLst>
          </p:cNvPr>
          <p:cNvSpPr txBox="1"/>
          <p:nvPr/>
        </p:nvSpPr>
        <p:spPr>
          <a:xfrm>
            <a:off x="491613" y="2097088"/>
            <a:ext cx="3746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calculates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average price for each pizza size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(S, M, L, XL, XXL).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AVG() function with GROUP BY size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The result shows how price increases with size.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C5BE-06AA-5BFC-3FE7-0010B8B9CEBA}"/>
              </a:ext>
            </a:extLst>
          </p:cNvPr>
          <p:cNvSpPr txBox="1"/>
          <p:nvPr/>
        </p:nvSpPr>
        <p:spPr>
          <a:xfrm>
            <a:off x="963562" y="5201265"/>
            <a:ext cx="3274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Larger pizzas (XL, XXL) have higher average prices, while small sizes are the most affordable.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079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9D0C-3E2A-5AE7-F74E-46E09EEF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COUNT HOW MANY ORDERS WERE PLACED EACH DAY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33675-DE45-DAC3-D6CE-C524D999C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16" y="2207431"/>
            <a:ext cx="5694465" cy="4032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74B4F6-F191-4273-A348-7E3A5DA200AE}"/>
              </a:ext>
            </a:extLst>
          </p:cNvPr>
          <p:cNvSpPr txBox="1"/>
          <p:nvPr/>
        </p:nvSpPr>
        <p:spPr>
          <a:xfrm>
            <a:off x="6538452" y="2487561"/>
            <a:ext cx="5379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counts how many orders were placed on each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COUNT() grouped by </a:t>
            </a:r>
            <a:r>
              <a:rPr lang="en-US" sz="1600" b="1" dirty="0" err="1">
                <a:solidFill>
                  <a:srgbClr val="282828"/>
                </a:solidFill>
                <a:latin typeface="Calibri"/>
              </a:rPr>
              <a:t>order_date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The result shows daily order activity.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B4A79-BC6D-CE50-6EAB-8567889957EE}"/>
              </a:ext>
            </a:extLst>
          </p:cNvPr>
          <p:cNvSpPr txBox="1"/>
          <p:nvPr/>
        </p:nvSpPr>
        <p:spPr>
          <a:xfrm>
            <a:off x="6754761" y="4630994"/>
            <a:ext cx="5163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Order volume varies daily, helping identify peak business days for better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044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7B000-CD36-8A9C-6584-5664A7BF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MAXIMUM QUANTITY ORDERED IN A SINGLE ITEM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D9560D-2154-08CD-B58E-132962D61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31" y="2408903"/>
            <a:ext cx="6423793" cy="23520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232646-4660-EF5F-043B-10F132C69A5A}"/>
              </a:ext>
            </a:extLst>
          </p:cNvPr>
          <p:cNvSpPr txBox="1"/>
          <p:nvPr/>
        </p:nvSpPr>
        <p:spPr>
          <a:xfrm>
            <a:off x="403123" y="2251587"/>
            <a:ext cx="48866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finds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highest quantity ordered in a single record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MAX() function on quantity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Shows the largest number of pizzas ordered at once in one item.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D5FC3-EE7E-544A-B9AD-A0AEC44FD1EB}"/>
              </a:ext>
            </a:extLst>
          </p:cNvPr>
          <p:cNvSpPr txBox="1"/>
          <p:nvPr/>
        </p:nvSpPr>
        <p:spPr>
          <a:xfrm>
            <a:off x="993058" y="4601497"/>
            <a:ext cx="4296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The maximum quantity ordered at once is low (e.g., 2), indicating mostly small or individual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736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C1B2-1D01-8996-74A7-74F525D2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TOTAL NUMBER OF PIZZAS SOLD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C55841-0400-AD4A-E4DB-99DB9801F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6" y="2097088"/>
            <a:ext cx="5279922" cy="33036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BCAB35-4F2C-7834-A99A-02FD0FBD33F5}"/>
              </a:ext>
            </a:extLst>
          </p:cNvPr>
          <p:cNvSpPr txBox="1"/>
          <p:nvPr/>
        </p:nvSpPr>
        <p:spPr>
          <a:xfrm>
            <a:off x="6096000" y="2399071"/>
            <a:ext cx="5653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calculates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total pizzas sold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across all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SUM(quantity)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 from order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Provides an overall sales volume.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6674B-8573-F7DA-25E7-460958FE193B}"/>
              </a:ext>
            </a:extLst>
          </p:cNvPr>
          <p:cNvSpPr txBox="1"/>
          <p:nvPr/>
        </p:nvSpPr>
        <p:spPr>
          <a:xfrm>
            <a:off x="6194323" y="4483510"/>
            <a:ext cx="5712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A total of 165 pizzas were sold, giving a clear picture of overall sales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43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67A5-0564-F9ED-9F57-9B4D3611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FIND MINIMUM AND MAXIMUM PIZZA PRICE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26F67-2EA3-7ABB-7F32-373829898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298" y="2642871"/>
            <a:ext cx="7078063" cy="26959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3B72EF-0378-016C-DB89-26E4E471A287}"/>
              </a:ext>
            </a:extLst>
          </p:cNvPr>
          <p:cNvSpPr txBox="1"/>
          <p:nvPr/>
        </p:nvSpPr>
        <p:spPr>
          <a:xfrm>
            <a:off x="560440" y="2428568"/>
            <a:ext cx="4345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This query finds the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lowest and highest priced pizzas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It uses </a:t>
            </a:r>
            <a:r>
              <a:rPr lang="en-US" sz="1600" b="1" dirty="0">
                <a:solidFill>
                  <a:srgbClr val="282828"/>
                </a:solidFill>
                <a:latin typeface="Calibri"/>
              </a:rPr>
              <a:t>MIN() and MAX() functions</a:t>
            </a:r>
            <a:r>
              <a:rPr lang="en-US" sz="1600" dirty="0">
                <a:solidFill>
                  <a:srgbClr val="28282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828"/>
                </a:solidFill>
                <a:latin typeface="Calibri"/>
              </a:rPr>
              <a:t>Helps understand the price range of the menu.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C3C4F-89F8-F16E-5090-216BAE61006A}"/>
              </a:ext>
            </a:extLst>
          </p:cNvPr>
          <p:cNvSpPr txBox="1"/>
          <p:nvPr/>
        </p:nvSpPr>
        <p:spPr>
          <a:xfrm>
            <a:off x="816077" y="4630994"/>
            <a:ext cx="401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CONCLUSION: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Pizza prices range from 9.75 to 35.95, showing a mix of budget and premium options.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314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680F-4913-A0D8-2F5C-82D6CE77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400" b="1">
                <a:solidFill>
                  <a:srgbClr val="780000"/>
                </a:solidFill>
                <a:latin typeface="Calibri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486B5-B8E8-0B8A-A9E8-F5E7E33FF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Identified top-selling pizzas and high revenue categories.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Observed sales patterns based on time and order quantity.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SQL joins and aggregation helped in meaningful insights.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Improved practical knowledge of database and data analysis.</a:t>
            </a:r>
          </a:p>
          <a:p>
            <a:r>
              <a:rPr lang="en-US" dirty="0" sz="1600">
                <a:solidFill>
                  <a:srgbClr val="282828"/>
                </a:solidFill>
                <a:latin typeface="Calibri"/>
              </a:rPr>
              <a:t>Data-driven insights can help improve business decision.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1476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149</TotalTime>
  <Words>1159</Words>
  <Application>Microsoft Office PowerPoint</Application>
  <PresentationFormat>Widescreen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Tw Cen MT</vt:lpstr>
      <vt:lpstr>Circuit</vt:lpstr>
      <vt:lpstr>Pizza hut sales sql project.</vt:lpstr>
      <vt:lpstr>abstract</vt:lpstr>
      <vt:lpstr>EER-DIAgram</vt:lpstr>
      <vt:lpstr>Schema for orders and order details</vt:lpstr>
      <vt:lpstr>Schema for pizzas and pizza type</vt:lpstr>
      <vt:lpstr>Total orders with pizza name </vt:lpstr>
      <vt:lpstr>TOTAL REVENUE PER PIZZA</vt:lpstr>
      <vt:lpstr>ORDER WITH DATE,TIME AND TOTAL QUANTITY</vt:lpstr>
      <vt:lpstr>MOST ORDERED PIZZA CATEGORY</vt:lpstr>
      <vt:lpstr>FIND ALL LARGE SIZE PIZZAS ORDERED</vt:lpstr>
      <vt:lpstr>RANK PIZZAS BY REVENUE</vt:lpstr>
      <vt:lpstr>RUNNING TOTAL OF REVENUE</vt:lpstr>
      <vt:lpstr>ROW NUMBER PER CATEGORY</vt:lpstr>
      <vt:lpstr>TOTAL PIZZA CATEGORY</vt:lpstr>
      <vt:lpstr>DIFFERENCE FROM PREVIOUS ORDER QUANTITY</vt:lpstr>
      <vt:lpstr>FIND PIZZA WITH PRICE ABOVE AVERAGE</vt:lpstr>
      <vt:lpstr>ORDER WITH TOTAL QUANTITY&gt;AVERAGE</vt:lpstr>
      <vt:lpstr>MOST EXPENSIVE PIZZA</vt:lpstr>
      <vt:lpstr>PIZZA TYPE NEVER ORDERED</vt:lpstr>
      <vt:lpstr>FIND AVERAGE PRICE OF PIZZAS BY SIZE</vt:lpstr>
      <vt:lpstr>COUNT HOW MANY ORDERS WERE PLACED EACH DAY</vt:lpstr>
      <vt:lpstr>FIND MAXIMUM QUANTITY ORDERED IN A SINGLE ITEM</vt:lpstr>
      <vt:lpstr>FIND TOTAL NUMBER OF PIZZAS SOLD</vt:lpstr>
      <vt:lpstr>FIND MINIMUM AND MAXIMUM PIZZA PRICE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pal</dc:creator>
  <cp:lastModifiedBy>priya pal</cp:lastModifiedBy>
  <cp:revision>1</cp:revision>
  <dcterms:created xsi:type="dcterms:W3CDTF">2026-05-03T03:41:27Z</dcterms:created>
  <dcterms:modified xsi:type="dcterms:W3CDTF">2026-05-27T12:43:02Z</dcterms:modified>
</cp:coreProperties>
</file>